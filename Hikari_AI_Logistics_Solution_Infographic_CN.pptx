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91695" cy="67391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8961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从碎片化文档到可解释行动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2788920"/>
            <a:ext cx="384048" cy="0"/>
          </a:xfrm>
          <a:prstGeom prst="line">
            <a:avLst/>
          </a:prstGeom>
          <a:noFill/>
          <a:ln w="1778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97680" y="2788920"/>
            <a:ext cx="338328" cy="0"/>
          </a:xfrm>
          <a:prstGeom prst="line">
            <a:avLst/>
          </a:prstGeom>
          <a:noFill/>
          <a:ln w="1778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09360" y="2788920"/>
            <a:ext cx="338328" cy="0"/>
          </a:xfrm>
          <a:prstGeom prst="line">
            <a:avLst/>
          </a:prstGeom>
          <a:noFill/>
          <a:ln w="1778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321040" y="2788920"/>
            <a:ext cx="338328" cy="0"/>
          </a:xfrm>
          <a:prstGeom prst="line">
            <a:avLst/>
          </a:prstGeom>
          <a:noFill/>
          <a:ln w="1778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1508760"/>
            <a:ext cx="1600200" cy="2743200"/>
          </a:xfrm>
          <a:prstGeom prst="roundRect">
            <a:avLst>
              <a:gd name="adj" fmla="val 6857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719072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749808" y="2029968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物流资料入口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560320"/>
            <a:ext cx="1325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Email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 / Excel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Cargonavi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SAP / Portal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2697480" y="1508760"/>
            <a:ext cx="1600200" cy="2743200"/>
          </a:xfrm>
          <a:prstGeom prst="roundRect">
            <a:avLst>
              <a:gd name="adj" fmla="val 6857"/>
            </a:avLst>
          </a:prstGeom>
          <a:solidFill>
            <a:srgbClr val="E6F6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7208" y="1719072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2807208" y="2029968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文档智能引擎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2560320"/>
            <a:ext cx="1325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分类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字段/表格抽取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置信度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人工复核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4709160" y="1508760"/>
            <a:ext cx="1600200" cy="2743200"/>
          </a:xfrm>
          <a:prstGeom prst="roundRect">
            <a:avLst>
              <a:gd name="adj" fmla="val 6857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1719072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连接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4818888" y="2029968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业务上下文层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560320"/>
            <a:ext cx="1325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订单-运输-仓库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数字孪生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证据链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规则/Playbook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720840" y="1508760"/>
            <a:ext cx="1600200" cy="2743200"/>
          </a:xfrm>
          <a:prstGeom prst="roundRect">
            <a:avLst>
              <a:gd name="adj" fmla="val 6857"/>
            </a:avLst>
          </a:prstGeom>
          <a:solidFill>
            <a:srgbClr val="FFF4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1719072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830568" y="2029968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AI智能体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560320"/>
            <a:ext cx="1325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ETA风险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库存覆盖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订单波动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ASN/GR准备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8732520" y="1508760"/>
            <a:ext cx="2331720" cy="2743200"/>
          </a:xfrm>
          <a:prstGeom prst="roundRect">
            <a:avLst>
              <a:gd name="adj" fmla="val 4706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42248" y="171907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8842248" y="2029968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Planner工作台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0" y="2560320"/>
            <a:ext cx="20574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今日行动队列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Shipment 360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批准执行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RPA/Webservice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960120" y="51663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9240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减少人工处理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03320" y="51663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5349240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更早发现风险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46520" y="51663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5349240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提高ASN/GR可信度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189720" y="51663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81160" y="5349240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沉淀AI资产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31520" y="608076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可信数据 + 业务上下文 + 风险解释 + 推荐行动 + 可控自动化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Hikari AI物流智能执行平台方案</dc:title>
  <dc:subject>Hikari AI Logistics Intelligence Proposal</dc:subject>
  <dc:creator>OpenAI</dc:creator>
  <cp:lastModifiedBy>OpenAI</cp:lastModifiedBy>
  <cp:revision>1</cp:revision>
  <dcterms:created xsi:type="dcterms:W3CDTF">2026-05-24T07:45:28Z</dcterms:created>
  <dcterms:modified xsi:type="dcterms:W3CDTF">2026-05-24T07:45:28Z</dcterms:modified>
</cp:coreProperties>
</file>